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5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255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038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77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902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17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3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56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70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042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2630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960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47608-EB60-4994-AC5C-25FE30A905B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9530F-5D14-47C9-85D4-D500E4E258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937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2026.2.25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20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600" y="761554"/>
            <a:ext cx="8163657" cy="24561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17452" y="1329397"/>
            <a:ext cx="1990579" cy="8862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>
            <a:off x="2602523" y="2011049"/>
            <a:ext cx="1104314" cy="999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129" y="2496709"/>
            <a:ext cx="4155262" cy="39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12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260" y="2167678"/>
            <a:ext cx="4109242" cy="296468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46" y="1146210"/>
            <a:ext cx="4155262" cy="3986152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>
            <a:off x="2328477" y="4248443"/>
            <a:ext cx="224352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25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144" y="36512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0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040" y="654580"/>
            <a:ext cx="7886700" cy="41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6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501428"/>
            <a:ext cx="7886700" cy="393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1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761173"/>
            <a:ext cx="7886700" cy="248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2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</Words>
  <Application>Microsoft Office PowerPoint</Application>
  <PresentationFormat>如螢幕大小 (4:3)</PresentationFormat>
  <Paragraphs>1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Office 佈景主題</vt:lpstr>
      <vt:lpstr>2026.2.25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2026.2.25</dc:title>
  <dc:creator>user</dc:creator>
  <cp:lastModifiedBy>user</cp:lastModifiedBy>
  <cp:revision>2</cp:revision>
  <dcterms:created xsi:type="dcterms:W3CDTF">2026-02-25T03:22:55Z</dcterms:created>
  <dcterms:modified xsi:type="dcterms:W3CDTF">2026-02-25T03:29:48Z</dcterms:modified>
</cp:coreProperties>
</file>